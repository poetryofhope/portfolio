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74" r:id="rId2"/>
    <p:sldId id="31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75581" autoAdjust="0"/>
  </p:normalViewPr>
  <p:slideViewPr>
    <p:cSldViewPr snapToGrid="0">
      <p:cViewPr varScale="1">
        <p:scale>
          <a:sx n="56" d="100"/>
          <a:sy n="56" d="100"/>
        </p:scale>
        <p:origin x="8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ll, Jessi" userId="c8465952-0b4e-4624-af27-07c7ef3ee5df" providerId="ADAL" clId="{F42745C3-5897-4C79-84A9-92DD5F116AE9}"/>
    <pc:docChg chg="delSld">
      <pc:chgData name="Hill, Jessi" userId="c8465952-0b4e-4624-af27-07c7ef3ee5df" providerId="ADAL" clId="{F42745C3-5897-4C79-84A9-92DD5F116AE9}" dt="2026-09-28T16:11:04.406" v="0" actId="47"/>
      <pc:docMkLst>
        <pc:docMk/>
      </pc:docMkLst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736428777" sldId="257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733431226" sldId="258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955658669" sldId="259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256463367" sldId="260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512868419" sldId="261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963963610" sldId="262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615505862" sldId="263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4274171992" sldId="275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810660243" sldId="276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210204882" sldId="277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221142539" sldId="278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339490514" sldId="279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962514014" sldId="280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856337760" sldId="281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254189965" sldId="282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249367785" sldId="283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4174077925" sldId="284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628110892" sldId="285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143569905" sldId="286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987986102" sldId="287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657265554" sldId="288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737716218" sldId="289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4288477578" sldId="290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846563046" sldId="291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28000121" sldId="292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350538525" sldId="293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219513908" sldId="294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76992128" sldId="296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78137002" sldId="297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014504500" sldId="298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992662713" sldId="299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241642902" sldId="300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402898891" sldId="301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3218664862" sldId="302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4284757922" sldId="303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861191131" sldId="304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59405883" sldId="306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064834322" sldId="307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717660074" sldId="308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586761894" sldId="309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514543101" sldId="310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2311137560" sldId="311"/>
        </pc:sldMkLst>
      </pc:sldChg>
      <pc:sldChg chg="del">
        <pc:chgData name="Hill, Jessi" userId="c8465952-0b4e-4624-af27-07c7ef3ee5df" providerId="ADAL" clId="{F42745C3-5897-4C79-84A9-92DD5F116AE9}" dt="2026-09-28T16:11:04.406" v="0" actId="47"/>
        <pc:sldMkLst>
          <pc:docMk/>
          <pc:sldMk cId="1992890469" sldId="312"/>
        </pc:sldMkLst>
      </pc:sldChg>
      <pc:sldMasterChg chg="delSldLayout">
        <pc:chgData name="Hill, Jessi" userId="c8465952-0b4e-4624-af27-07c7ef3ee5df" providerId="ADAL" clId="{F42745C3-5897-4C79-84A9-92DD5F116AE9}" dt="2026-09-28T16:11:04.406" v="0" actId="47"/>
        <pc:sldMasterMkLst>
          <pc:docMk/>
          <pc:sldMasterMk cId="424440843" sldId="2147483660"/>
        </pc:sldMasterMkLst>
        <pc:sldLayoutChg chg="del">
          <pc:chgData name="Hill, Jessi" userId="c8465952-0b4e-4624-af27-07c7ef3ee5df" providerId="ADAL" clId="{F42745C3-5897-4C79-84A9-92DD5F116AE9}" dt="2026-09-28T16:11:04.406" v="0" actId="47"/>
          <pc:sldLayoutMkLst>
            <pc:docMk/>
            <pc:sldMasterMk cId="424440843" sldId="2147483660"/>
            <pc:sldLayoutMk cId="2866306823" sldId="214748367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59E41-35A3-4C16-907D-2DFE3A04906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7D890-398F-448D-AA34-7085E508B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27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19436-8248-4767-9720-3F7CAE387B1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F6BD1-175F-4A23-86B9-3FC521B2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8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B0D1C9-EBBF-4CD8-9453-917DE67C9BE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8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810" y="1905000"/>
            <a:ext cx="9146382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5309" y="4724400"/>
            <a:ext cx="8634184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810" y="5105400"/>
            <a:ext cx="9146381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022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810" y="1514475"/>
            <a:ext cx="10572328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51" y="1905000"/>
            <a:ext cx="11893473" cy="4800600"/>
          </a:xfrm>
        </p:spPr>
        <p:txBody>
          <a:bodyPr>
            <a:normAutofit/>
          </a:bodyPr>
          <a:lstStyle>
            <a:lvl1pPr>
              <a:defRPr sz="2800"/>
            </a:lvl1pPr>
            <a:lvl2pPr marL="548640">
              <a:defRPr sz="2800"/>
            </a:lvl2pPr>
            <a:lvl3pPr marL="777240">
              <a:defRPr sz="2800"/>
            </a:lvl3pPr>
            <a:lvl4pPr marL="1005840">
              <a:defRPr sz="2800"/>
            </a:lvl4pPr>
            <a:lvl5pPr marL="1234440">
              <a:defRPr sz="2800"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974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0" y="1905000"/>
            <a:ext cx="9146382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5309" y="4724400"/>
            <a:ext cx="8634184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10" y="5102526"/>
            <a:ext cx="9146381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66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810" y="1514475"/>
            <a:ext cx="10572328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52" y="1905000"/>
            <a:ext cx="5792709" cy="4800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42" y="1905000"/>
            <a:ext cx="5835580" cy="4800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63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810" y="1514475"/>
            <a:ext cx="10572328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632" y="1905000"/>
            <a:ext cx="5865881" cy="7620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32" y="2819400"/>
            <a:ext cx="5865881" cy="39624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88" y="1905000"/>
            <a:ext cx="5843650" cy="7620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88" y="2819400"/>
            <a:ext cx="5843650" cy="39624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 marL="1956816">
              <a:defRPr sz="28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751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810" y="1514475"/>
            <a:ext cx="10572328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3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57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809" y="3429000"/>
            <a:ext cx="2743915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1249" y="1905000"/>
            <a:ext cx="5670757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8990" y="1630822"/>
            <a:ext cx="6292667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392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6293" y="1884311"/>
            <a:ext cx="5670757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877" y="1630822"/>
            <a:ext cx="6292667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sz="180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8018" y="3411748"/>
            <a:ext cx="2743915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457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810" y="1514475"/>
            <a:ext cx="10572328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50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4311" y="274640"/>
            <a:ext cx="1371957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7046" y="3472590"/>
            <a:ext cx="6492240" cy="64025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171" y="277814"/>
            <a:ext cx="9146383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9/28/2026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5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1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3200" y="1371600"/>
            <a:ext cx="57912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03200" y="4038600"/>
            <a:ext cx="57912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371600"/>
            <a:ext cx="5791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TCC—Spring 2007</a:t>
            </a:r>
          </a:p>
        </p:txBody>
      </p:sp>
    </p:spTree>
    <p:extLst>
      <p:ext uri="{BB962C8B-B14F-4D97-AF65-F5344CB8AC3E}">
        <p14:creationId xmlns:p14="http://schemas.microsoft.com/office/powerpoint/2010/main" val="2050475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1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1371600"/>
            <a:ext cx="5791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371600"/>
            <a:ext cx="5791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TCC—Spring 2007</a:t>
            </a:r>
          </a:p>
        </p:txBody>
      </p:sp>
    </p:spTree>
    <p:extLst>
      <p:ext uri="{BB962C8B-B14F-4D97-AF65-F5344CB8AC3E}">
        <p14:creationId xmlns:p14="http://schemas.microsoft.com/office/powerpoint/2010/main" val="343190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11" y="274638"/>
            <a:ext cx="9146380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11" y="1905000"/>
            <a:ext cx="9146382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810" y="6400801"/>
            <a:ext cx="6326246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7716" y="6400801"/>
            <a:ext cx="1244183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9/28/2026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5893" y="6400801"/>
            <a:ext cx="1143300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0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Object Recognition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237811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Object recognition occurs easily for us despite being a relatively complex cognitive process!</a:t>
            </a:r>
          </a:p>
          <a:p>
            <a:endParaRPr lang="en-US" dirty="0"/>
          </a:p>
          <a:p>
            <a:r>
              <a:rPr lang="en-US" dirty="0"/>
              <a:t>Use a mixture of theories now:</a:t>
            </a:r>
          </a:p>
          <a:p>
            <a:pPr lvl="1"/>
            <a:r>
              <a:rPr lang="en-US" dirty="0"/>
              <a:t>Object-centered </a:t>
            </a:r>
            <a:r>
              <a:rPr lang="en-US" dirty="0" err="1"/>
              <a:t>geon</a:t>
            </a:r>
            <a:r>
              <a:rPr lang="en-US" dirty="0"/>
              <a:t> theory can be used to make general distinctions between objects</a:t>
            </a:r>
          </a:p>
          <a:p>
            <a:pPr lvl="1"/>
            <a:r>
              <a:rPr lang="en-US" dirty="0"/>
              <a:t>Memory of objects (perhaps 40 or so views) allows for finer distinctions</a:t>
            </a:r>
          </a:p>
          <a:p>
            <a:pPr lvl="1"/>
            <a:r>
              <a:rPr lang="en-US" dirty="0"/>
              <a:t>Context plays a role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4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2568</TotalTime>
  <Words>59</Words>
  <Application>Microsoft Office PowerPoint</Application>
  <PresentationFormat>Widescreen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Consolas</vt:lpstr>
      <vt:lpstr>Corbel</vt:lpstr>
      <vt:lpstr>Chalkboard 16x9</vt:lpstr>
      <vt:lpstr>Object Recognition</vt:lpstr>
      <vt:lpstr>Take Home Message</vt:lpstr>
    </vt:vector>
  </TitlesOfParts>
  <Company>Utah Valley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Saccades in Face Perception</dc:title>
  <dc:creator>Jessica Hill</dc:creator>
  <cp:lastModifiedBy>Hill, Jessi</cp:lastModifiedBy>
  <cp:revision>12</cp:revision>
  <dcterms:created xsi:type="dcterms:W3CDTF">2018-05-21T20:38:06Z</dcterms:created>
  <dcterms:modified xsi:type="dcterms:W3CDTF">2026-09-28T16:11:08Z</dcterms:modified>
</cp:coreProperties>
</file>